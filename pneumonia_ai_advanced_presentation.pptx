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🩺 Pneumonia Detection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Startup-style AI solution</a:t>
            </a:r>
          </a:p>
          <a:p>
            <a:r>
              <a:t>Deep Learning for Medical Imaging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an AI system to detect pneumonia from X-rays</a:t>
            </a:r>
          </a:p>
          <a:p>
            <a:r>
              <a:t>Assist doctors with faster screening</a:t>
            </a:r>
          </a:p>
          <a:p>
            <a:r>
              <a:t>Provide explainable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diagnosis is time-consuming</a:t>
            </a:r>
          </a:p>
          <a:p>
            <a:r>
              <a:t>Radiologist workload is high</a:t>
            </a:r>
          </a:p>
          <a:p>
            <a:r>
              <a:t>Need fast and scalable screening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💡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CNN model</a:t>
            </a:r>
          </a:p>
          <a:p>
            <a:r>
              <a:t>Upload X-ray → Predict → Explain</a:t>
            </a:r>
          </a:p>
          <a:p>
            <a:r>
              <a:t>Simple UI using Streamlit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Chest X-ray dataset (Kaggle)</a:t>
            </a:r>
          </a:p>
          <a:p>
            <a:r>
              <a:t>Classes: NORMAL vs PNEUMONIA</a:t>
            </a:r>
          </a:p>
          <a:p>
            <a:r>
              <a:t>Preprocessing: resize, grayscale, normalize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⚙️ 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CNN Layers:</a:t>
            </a:r>
          </a:p>
          <a:p>
            <a:r>
              <a:t>Conv → Pool → Conv → Pool</a:t>
            </a:r>
          </a:p>
          <a:p>
            <a:r>
              <a:t>GlobalAveragePooling</a:t>
            </a:r>
          </a:p>
          <a:p>
            <a:r>
              <a:t>Dense → Output (Sigmoid)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🔄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Image → Preprocess → CNN → Prediction → Explanation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📈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Accuracy ~86%</a:t>
            </a:r>
          </a:p>
          <a:p>
            <a:r>
              <a:t>Validation Accuracy ~80%</a:t>
            </a:r>
          </a:p>
          <a:p>
            <a:r>
              <a:t>Overfitting handled with improvements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🔍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Probability score (0–1)</a:t>
            </a:r>
          </a:p>
          <a:p>
            <a:r>
              <a:t>Pneumonia or Normal</a:t>
            </a:r>
          </a:p>
          <a:p>
            <a:r>
              <a:t>Visual + textual explanation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Explainability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learns lung patterns</a:t>
            </a:r>
          </a:p>
          <a:p>
            <a:r>
              <a:t>Grad-CAM can highlight infected regions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🧪 Demo (How to Use)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Run: streamlit run app.py</a:t>
            </a:r>
          </a:p>
          <a:p>
            <a:r>
              <a:t>Upload X-ray</a:t>
            </a:r>
          </a:p>
          <a:p>
            <a:r>
              <a:t>Click Analyze</a:t>
            </a:r>
          </a:p>
          <a:p>
            <a:r>
              <a:t>View result instantly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⚠️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a medical diagnosis</a:t>
            </a:r>
          </a:p>
          <a:p>
            <a:r>
              <a:t>Requires more data</a:t>
            </a:r>
          </a:p>
          <a:p>
            <a:r>
              <a:t>Needs clinical 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Grad-CAM integration</a:t>
            </a:r>
          </a:p>
          <a:p>
            <a:r>
              <a:t>Mobile app</a:t>
            </a:r>
          </a:p>
          <a:p>
            <a:r>
              <a:t>Cloud deployment</a:t>
            </a:r>
          </a:p>
          <a:p>
            <a:r>
              <a:t>Healthcare integration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👤 About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Syed Absar Ali</a:t>
            </a:r>
          </a:p>
          <a:p>
            <a:r>
              <a:t>AI / Data Engineer</a:t>
            </a:r>
          </a:p>
          <a:p>
            <a:r>
              <a:t>LinkedIn:</a:t>
            </a:r>
          </a:p>
          <a:p>
            <a:r>
              <a:t>https://www.linkedin.com/in/syedabsarali/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